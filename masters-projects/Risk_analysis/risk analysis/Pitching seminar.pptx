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A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1913-5250-48D5-874B-A5D5E3ED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ABCEE-58B4-46B4-83B0-6156B855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D74CD-C76D-4268-8E40-A3CB7145BB1B}" type="datetimeFigureOut">
              <a:rPr lang="en-AS" smtClean="0"/>
              <a:t>9/12/2024</a:t>
            </a:fld>
            <a:endParaRPr lang="en-A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614B8-F700-4554-AC4F-2CD3E2AA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A5420-5965-4175-A59F-98BC17BF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F11B-68DA-469F-B731-889E334D2E5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8159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293DF-A6F1-4370-A367-EC01892C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65BFE-1F75-4FDE-BA21-BE5EE30DA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78E5-46E8-4A29-A23B-F6A82226C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D74CD-C76D-4268-8E40-A3CB7145BB1B}" type="datetimeFigureOut">
              <a:rPr lang="en-AS" smtClean="0"/>
              <a:t>9/12/2024</a:t>
            </a:fld>
            <a:endParaRPr lang="en-A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69890-7B53-4783-B768-4084C5C16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C27E4-FDB9-467A-BE51-EA3E7226B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2F11B-68DA-469F-B731-889E334D2E56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08480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BA122B-1FB4-4153-AD68-CDBC7437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Challenges in agriculture and food security in Nepal: sustainable solution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7BC07-25F1-4076-A876-4439A14811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1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F728BA-D8FF-4A0E-A947-16A99383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28379-D385-45A3-8596-95B82090F4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96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5DF770-5371-4766-B8DB-88E7AE8B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72E74C-FA3B-4D3C-91F8-7D11CD6BC9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0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C537FBE-9AF4-426E-A99A-41D9EB85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Amis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6584B-7978-4442-83EF-A73B42396D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0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81D409-FC3C-47F9-A0B6-4F0D8262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738E46-E9D8-4B6C-AA36-0A2BF38D22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6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020847D-C5F4-44A2-AF18-74A4C572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71ABD-5079-4428-9448-2107323E6A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9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D49ECDF-B529-4C09-B6AC-809FF5C9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plan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02E05-8791-479C-953B-2CC3715876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4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0DE0616-5F10-4B95-93AE-437160EE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</a:t>
            </a:r>
            <a:endParaRPr lang="en-A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9936D-6140-4401-B390-135B91D62B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5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Challenges in agriculture and food security in Nepal: sustainable solution </vt:lpstr>
      <vt:lpstr>Introduction </vt:lpstr>
      <vt:lpstr>Problem statement </vt:lpstr>
      <vt:lpstr>Amis</vt:lpstr>
      <vt:lpstr>Motivation </vt:lpstr>
      <vt:lpstr>Literature review </vt:lpstr>
      <vt:lpstr>Work plan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in agriculture and food security in Nepal: sustainable solution</dc:title>
  <dc:creator>Puja Khadka (Student)</dc:creator>
  <cp:lastModifiedBy>Puja Khadka (Student)</cp:lastModifiedBy>
  <cp:revision>2</cp:revision>
  <dcterms:created xsi:type="dcterms:W3CDTF">2024-09-12T18:24:25Z</dcterms:created>
  <dcterms:modified xsi:type="dcterms:W3CDTF">2024-09-12T18:30:21Z</dcterms:modified>
</cp:coreProperties>
</file>